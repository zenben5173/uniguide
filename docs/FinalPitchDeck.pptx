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Z.AI logo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0" y="548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YTL AI LABS logo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7F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UniGuide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B7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co-pilot for university paperwork.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Z.AI GLM. Grounded in the official UM SOP. Ends silent-fail paperwork.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UMHackathon 2026 · Domain 1 — AI Systems &amp; Agentic Workflow Automation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Breaking Bank · Team 108 · 3 May 2026 · KPS Auditorium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· Slide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lose semesters to silent-fail paperwork.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 weeks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time-to-decision for a Yayasan UM scholarship from submit to letter — when nothing goes wrong.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rules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B40-vs-M40 income tier hides on page 6 of an SOP PDF. Students don't see it; coordinators repeat the same correction 200 times per intake.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inboxes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3520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triage by submission date, not by risk. A clean approval and a flagged hardship case get the same 10 minutes of attention.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57200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letters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4937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copied into Word, fields filled by eye. CGPA mismatch slips into the letter; office credibility takes the hit.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· Slide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UniGuide is the planner — not a chatbot.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Z.AI's GLM reads the official SOP and the student's history at every turn, then asks for the next thing it needs — one step at a time.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3383280" cy="2194560"/>
          </a:xfrm>
          <a:prstGeom prst="roundRect">
            <a:avLst>
              <a:gd name="adj" fmla="val 7500"/>
            </a:avLst>
          </a:prstGeom>
          <a:solidFill>
            <a:srgbClr val="13234D"/>
          </a:solidFill>
          <a:ln w="12700">
            <a:solidFill>
              <a:srgbClr val="132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one AI-prompted step at a time. PDFs get parsed inline.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3108960"/>
            <a:ext cx="3383280" cy="2194560"/>
          </a:xfrm>
          <a:prstGeom prst="roundRect">
            <a:avLst>
              <a:gd name="adj" fmla="val 7500"/>
            </a:avLst>
          </a:prstGeom>
          <a:solidFill>
            <a:srgbClr val="13234D"/>
          </a:solidFill>
          <a:ln w="12700">
            <a:solidFill>
              <a:srgbClr val="132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SOP + history. Plans next step. Pre-digests submission for staff.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503920" y="3108960"/>
            <a:ext cx="3383280" cy="2194560"/>
          </a:xfrm>
          <a:prstGeom prst="roundRect">
            <a:avLst>
              <a:gd name="adj" fmla="val 7500"/>
            </a:avLst>
          </a:prstGeom>
          <a:solidFill>
            <a:srgbClr val="13234D"/>
          </a:solidFill>
          <a:ln w="12700">
            <a:solidFill>
              <a:srgbClr val="132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with hallucination-checked letter. 5-minute undo.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GLM out → no application advances past Step 1. There is no static workflow template.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7F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loop close in 90 seconds.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Demo Student → Scholarship application (Step 3 of 6).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EPF statement PDF → AI extracts income tier, statement period, name.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AI step does NOT re-ask for income — it knows already.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coordinator inbox tags it "high confidence — likely approve".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opens it → Briefing flags cite SOP §3.1 and §4.2.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&amp; approve → AI letter, hallucination check green → Send.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329184" cy="329184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486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sees letter in real-time. 5-min undo countdown ticks.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deploy: uniguide-blush.vercel.app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· Slide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load-bearing — and it shows in the architecture.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65760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5366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role surfaces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portal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Coordinator inbox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3474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26280" y="1691640"/>
            <a:ext cx="3657600" cy="4114800"/>
          </a:xfrm>
          <a:prstGeom prst="roundRect">
            <a:avLst>
              <a:gd name="adj" fmla="val 4500"/>
            </a:avLst>
          </a:prstGeom>
          <a:solidFill>
            <a:srgbClr val="13234D"/>
          </a:solidFill>
          <a:ln w="19050">
            <a:solidFill>
              <a:srgbClr val="0B1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Router · ~30 API routes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lib/applications/engine.ts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lib/glm/ — 8 call-sites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Resilience: mock fallback + auto-fallback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3474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8412480" y="1691640"/>
            <a:ext cx="365760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FF8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+ Z.AI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Postgres+RLS+Realtime+Storage · GLM-4.6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 versioned migrations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ILMU GLM-5.1 routable for briefing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70ms RTT (sin1 ↔ ap-northeast-2)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GLM call-sites · every one with a recorded mock fixture · every one logged to the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Finals build · Slide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new features shipped in the finals 22-hour window.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2880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F8A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uploaded PDFs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parseDocument wired into /respond. AI extracts income tier, statement period, name from EPF statements inline.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82880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F8A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28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80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cites SOP rules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now quote specific SOP requirements: "§4.2 requires CGPA ≥ 3.00; student has 2.84."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33756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B17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337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Plan-mode preview-step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sees AI's proposed Request-More-Info question and can edit before it commits to the student.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33756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B17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337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Coassist (Cowork-style)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37033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"make it softer" / "add appeal info" on letter, step prompt, and briefing reasoning.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8463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B17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463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student AI chat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" y="52120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 grounded in SOP + step + history. One-click escalation creates Triage entry without blocking submit.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47091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48463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84B5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8463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7804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Token-cost dashboard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3680" y="52120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/admin/cost rolls up GLM spend by model, by endpoint, by day. Direct evidence of cost discipline.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Slide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authors. Code verifies. Coordinator sends.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decision-letter loop has three layers, each catching different failure modes.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2468880"/>
            <a:ext cx="548640" cy="54864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fills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GLM-4.6 fills the procedure's letter template against application context.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468880"/>
            <a:ext cx="548640" cy="548640"/>
          </a:xfrm>
          <a:prstGeom prst="ellipse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checks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37490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hallucination check: every CGPA, name, year, faculty, programme mention compared to record. Mismatches flagged in red.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966960" y="2468880"/>
            <a:ext cx="548640" cy="5486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Coordinator decides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37490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 Edits if needed. Clicks Send. 5-minute undo retracts on regret.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GLM is unavailable, the raw template is written so the student gets SOMETHING; the coordinator regenerates. The demo never collapses.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· Slide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engineering — visible, audited, and cost-aware.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call-sites · all traced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SQL migrations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5508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layers · mock + briefing + letter fallback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0.005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per submission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admin surfaces give judges the audit window: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/admin/glm-traces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023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call, ever. Input + output JSON, latency, tokens, confidence. Click any row to inspect.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736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/admin/cost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473659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token spend rolled up by model + endpoint + day. USD estimate with pricing source-of-truth in the repo.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449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54498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/admin/analytics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544982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per-procedure status mix — application volumes, decision throughput, time-to-decision.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MOAT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7F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Malaysia's sovereign LLM stack.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7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 GLM is the mandatory model. ILMU GLM-5.1 (YTL AI Labs × UM) routes the coordinator briefing call when Bahasa-heavy content is in play. One env flag — `USE_ILMU_FOR_BRIEFING=true` — switches providers; the prompt and the schema are shared.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5486400" cy="1828800"/>
          </a:xfrm>
          <a:prstGeom prst="roundRect">
            <a:avLst>
              <a:gd name="adj" fmla="val 9000"/>
            </a:avLst>
          </a:prstGeom>
          <a:solidFill>
            <a:srgbClr val="13234D"/>
          </a:solidFill>
          <a:ln w="12700">
            <a:solidFill>
              <a:srgbClr val="132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briefings on Bahasa-heavy applications can run on a Malaysia-hosted, Malaysia-trained model. Same prompt, same output schema, provider transparently swappable.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4297680"/>
            <a:ext cx="5486400" cy="1828800"/>
          </a:xfrm>
          <a:prstGeom prst="roundRect">
            <a:avLst>
              <a:gd name="adj" fmla="val 9000"/>
            </a:avLst>
          </a:prstGeom>
          <a:solidFill>
            <a:srgbClr val="13234D"/>
          </a:solidFill>
          <a:ln w="12700">
            <a:solidFill>
              <a:srgbClr val="132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the pilot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49377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Government-sector procurement at MOHE, JPA and similar institutions has data-residency and sovereign-AI preferences. UniGuide is the only AI co-pilot in the segment that ships with sovereign-MY routing on day one.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· Slide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concentric markets. UM is the beachhead.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029200" cy="45720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4114800" cy="384048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331720"/>
            <a:ext cx="2834640" cy="283464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33172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23k UG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+ 19k PG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public unis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students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577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tertiary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12M+ students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691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SaaS · per-active-student-per-year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237744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423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1, 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Co-funded · subsidised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15468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8A65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procedures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8 / student / year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93192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3977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+ integrations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15 / student / year + setup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5029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break-even subsidised; Year-3 RM 1.1M ARR at 8 public unis; Year-5 SEA expansion.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5623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 gross margin per institution at the Growth tier (illustrative).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· Slide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designed-but-deferred is documented.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quarters mapped, with a clear separation between pilot-ready (Q3-Q4 2026) and scale-out (Q1-Q2 2027). All deferred features have detailed engineering plans in the repo.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hardening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7889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gating · rate limiting · staging Supabase · SLA Slack alerts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readiness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6576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delivery · OCR for scans · per-faculty scoping · tamper-proof audit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80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0" y="4526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· per-institution branding · data residency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49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53949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mobile shell · ASEAN DPAs · localisation framework · procedural SDK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· Slide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Breaking Bank · Team 108 · Universiti Malaya.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" cy="128016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" cy="7315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43000"/>
            <a:ext cx="45720" cy="45720"/>
          </a:xfrm>
          <a:prstGeom prst="ellipse">
            <a:avLst/>
          </a:prstGeom>
          <a:solidFill>
            <a:srgbClr val="536690"/>
          </a:solidFill>
          <a:ln w="12700">
            <a:solidFill>
              <a:srgbClr val="536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 · Final Round Pitch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1280160" cy="128016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7744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Jeanette Tan En Jie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Leader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697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business strategy, stakeholder relations.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965960"/>
            <a:ext cx="1280160" cy="128016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965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TZ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1381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 Zen Ben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Lead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697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engineering, AI architecture, deployment.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69080"/>
            <a:ext cx="1280160" cy="128016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69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37744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Nyow An Qi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77440" y="4480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48006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UI/UX, coordinator surfaces, demo flows.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379476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4069080"/>
            <a:ext cx="1280160" cy="128016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069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13816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Thevesh A/L Chandran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38160" y="4480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48006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integrations, data quality.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3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 of Computer Science &amp; Information Technology · Universiti Malaya · UMHackathon 2026 Domain 1.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65760"/>
            <a:ext cx="164592" cy="164592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365760"/>
            <a:ext cx="91440" cy="914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365760"/>
            <a:ext cx="54864" cy="54864"/>
          </a:xfrm>
          <a:prstGeom prst="ellipse">
            <a:avLst/>
          </a:prstGeom>
          <a:solidFill>
            <a:srgbClr val="B7C2DA"/>
          </a:solidFill>
          <a:ln w="12700">
            <a:solidFill>
              <a:srgbClr val="B7C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7F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asks, both modest.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3383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UniGuide is built for UM, on the Malaysian-sovereign LLM stack, with shipped working surface area. We respectfully ask the panel to consider it for the Domain 1 prize.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4663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open the conversation with HEP, IGS, and the UM Centre of Innovation for a Year-1 sponsored pilot. The product is ready; the gap to a real deployment is institutional, not technical.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uniguide-blush.vercel.app  ·  github.com/ZenBen5173/uniguide  ·  Q&amp;A · 5 minutes.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Z.AI logo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7C2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YTL AI LABS logo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UniGuide — UMHackathon 2026 Final Round</dc:title>
  <dc:subject>PptxGenJS Presentation</dc:subject>
  <dc:creator>Team Breaking Bank · Team 108</dc:creator>
  <cp:lastModifiedBy>Team Breaking Bank · Team 108</cp:lastModifiedBy>
  <cp:revision>1</cp:revision>
  <dcterms:created xsi:type="dcterms:W3CDTF">2026-05-02T04:43:24Z</dcterms:created>
  <dcterms:modified xsi:type="dcterms:W3CDTF">2026-05-02T04:43:24Z</dcterms:modified>
</cp:coreProperties>
</file>